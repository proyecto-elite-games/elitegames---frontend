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Work Sans Medium"/>
      <p:regular r:id="rId21"/>
      <p:bold r:id="rId22"/>
      <p:italic r:id="rId23"/>
      <p:boldItalic r:id="rId24"/>
    </p:embeddedFont>
    <p:embeddedFont>
      <p:font typeface="Work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jad1kTN5+TbtMJAEij8R+3CFLl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WorkSansMedium-bold.fntdata"/><Relationship Id="rId21" Type="http://schemas.openxmlformats.org/officeDocument/2006/relationships/font" Target="fonts/WorkSansMedium-regular.fntdata"/><Relationship Id="rId24" Type="http://schemas.openxmlformats.org/officeDocument/2006/relationships/font" Target="fonts/WorkSansMedium-boldItalic.fntdata"/><Relationship Id="rId23" Type="http://schemas.openxmlformats.org/officeDocument/2006/relationships/font" Target="fonts/Work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-bold.fntdata"/><Relationship Id="rId25" Type="http://schemas.openxmlformats.org/officeDocument/2006/relationships/font" Target="fonts/WorkSans-regular.fntdata"/><Relationship Id="rId28" Type="http://schemas.openxmlformats.org/officeDocument/2006/relationships/font" Target="fonts/WorkSans-boldItalic.fntdata"/><Relationship Id="rId27" Type="http://schemas.openxmlformats.org/officeDocument/2006/relationships/font" Target="fonts/Work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58f4a72c5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958f4a72c5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2abf5e3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962abf5e3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62abf5e3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962abf5e38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c992660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ec9926605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d724bdd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e4d724bdd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562c65d6d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9562c65d6d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562c65d6d_2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9562c65d6d_2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1877a4db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f1877a4db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1877a4db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f1877a4db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1877a4db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f1877a4db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f1877a4db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1877a4db4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f1877a4db4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hyperlink" Target="https://docs.google.com/spreadsheets/d/1yuXZvOSRgik71FQWMWBUxiMaoOdP7cr48F0pwuU4344/edit?usp=sharing" TargetMode="External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63672" y="2551837"/>
            <a:ext cx="64536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5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Kronos Inventory Control</a:t>
            </a:r>
            <a:endParaRPr b="1" i="0" sz="54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542600" y="3950375"/>
            <a:ext cx="47124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Mariana Alejandra Martínez Duarte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Erick Santiago Vásquez Reyes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Evert Arias Fragoso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Paula Alejandra Mora Montaña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Manuel Esteban Vigoya  Gonzalez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pic>
        <p:nvPicPr>
          <p:cNvPr descr="logo-dark-transparent"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7375" y="5081675"/>
            <a:ext cx="3297625" cy="7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58f4a72c5_0_3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1" name="Google Shape;101;g3958f4a72c5_0_3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1183400" y="2327975"/>
            <a:ext cx="91836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e implementar un sistema web integral para optimizar la gestión de inventarios, proveedores y garantías, facilitando tanto los procesos administrativos como la interacción y atención a los clientes de la Ferretería y Perfilería Solmet.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O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772100" y="1158250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2abf5e38_0_0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4" name="Google Shape;114;g3962abf5e38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62abf5e38_0_5"/>
          <p:cNvSpPr txBox="1"/>
          <p:nvPr/>
        </p:nvSpPr>
        <p:spPr>
          <a:xfrm>
            <a:off x="456236" y="416689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962abf5e38_0_5"/>
          <p:cNvSpPr txBox="1"/>
          <p:nvPr/>
        </p:nvSpPr>
        <p:spPr>
          <a:xfrm>
            <a:off x="1305300" y="2743550"/>
            <a:ext cx="9581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el flujo de inventario</a:t>
            </a:r>
            <a: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(entradas y salidas) mediante alertas automáticas de niveles de stock.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Clasificar y organizar los materiales</a:t>
            </a:r>
            <a: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garantizar una consulta rápida y eficiente.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Optimizar el abastecimiento</a:t>
            </a:r>
            <a: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controlando la información de proveedores y órdenes de compra.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 las solicitudes de garantía</a:t>
            </a:r>
            <a:r>
              <a:rPr b="0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permitiendo su registro y seguimiento en línea.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962abf5e38_0_5"/>
          <p:cNvSpPr txBox="1"/>
          <p:nvPr/>
        </p:nvSpPr>
        <p:spPr>
          <a:xfrm>
            <a:off x="772100" y="1158250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/>
        </p:nvSpPr>
        <p:spPr>
          <a:xfrm>
            <a:off x="1082500" y="302810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de base de datos </a:t>
            </a:r>
            <a:endParaRPr b="1" i="0" sz="6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7" name="Google Shape;127;p3"/>
          <p:cNvCxnSpPr/>
          <p:nvPr/>
        </p:nvCxnSpPr>
        <p:spPr>
          <a:xfrm>
            <a:off x="1255975" y="41965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c99266056_0_0"/>
          <p:cNvSpPr txBox="1"/>
          <p:nvPr/>
        </p:nvSpPr>
        <p:spPr>
          <a:xfrm>
            <a:off x="496336" y="416565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26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Modelo entidad relación (M.E.R)</a:t>
            </a:r>
            <a:endParaRPr b="1" i="0" sz="38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1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33" name="Google Shape;133;g3ec99266056_0_0" title="Kronos(M.E.R)_V6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3550" y="1313200"/>
            <a:ext cx="4234534" cy="554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4d724bdd5_0_9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e4d724bdd5_0_9" title="DataBaseContro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4750" y="1249490"/>
            <a:ext cx="6926512" cy="5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562c65d6d_0_45"/>
          <p:cNvSpPr txBox="1"/>
          <p:nvPr/>
        </p:nvSpPr>
        <p:spPr>
          <a:xfrm>
            <a:off x="496336" y="416565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26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Normalización</a:t>
            </a:r>
            <a:endParaRPr b="1" i="0" sz="38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1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5" name="Google Shape;145;g39562c65d6d_0_45"/>
          <p:cNvSpPr txBox="1"/>
          <p:nvPr/>
        </p:nvSpPr>
        <p:spPr>
          <a:xfrm>
            <a:off x="1148925" y="6124750"/>
            <a:ext cx="1006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https://docs.google.com/spreadsheets/d/1yuXZvOSRgik71FQWMWBUxiMaoOdP7cr48F0pwuU4344/edit?usp=sharing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9562c65d6d_0_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8200" y="1249365"/>
            <a:ext cx="8069326" cy="4875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562c65d6d_2_5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Diccionario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9562c65d6d_2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850" y="1175174"/>
            <a:ext cx="10406302" cy="503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1877a4db4_0_9"/>
          <p:cNvSpPr txBox="1"/>
          <p:nvPr/>
        </p:nvSpPr>
        <p:spPr>
          <a:xfrm>
            <a:off x="3523200" y="2102200"/>
            <a:ext cx="5145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y arquitectura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58" name="Google Shape;158;g3f1877a4db4_0_9"/>
          <p:cNvCxnSpPr/>
          <p:nvPr/>
        </p:nvCxnSpPr>
        <p:spPr>
          <a:xfrm>
            <a:off x="830000" y="4041700"/>
            <a:ext cx="10675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1877a4db4_1_0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de clases UML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f1877a4db4_1_0" title="Diagrama_Clases_UML_KronosInventor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7875" y="1326900"/>
            <a:ext cx="5096251" cy="528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1877a4db4_0_4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de Despliegue UML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f1877a4db4_0_4" title="Diagrama de Despliegu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013" y="1509825"/>
            <a:ext cx="6799975" cy="488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877a4db4_1_6"/>
          <p:cNvSpPr txBox="1"/>
          <p:nvPr/>
        </p:nvSpPr>
        <p:spPr>
          <a:xfrm>
            <a:off x="3523200" y="2102200"/>
            <a:ext cx="5145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Diseño de interfaces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77" name="Google Shape;177;g3f1877a4db4_1_6"/>
          <p:cNvCxnSpPr/>
          <p:nvPr/>
        </p:nvCxnSpPr>
        <p:spPr>
          <a:xfrm>
            <a:off x="830000" y="4041700"/>
            <a:ext cx="10675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